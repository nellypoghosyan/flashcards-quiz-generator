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grandir Wide Heavy" charset="1" panose="00000A05000000000000"/>
      <p:regular r:id="rId19"/>
    </p:embeddedFont>
    <p:embeddedFont>
      <p:font typeface="Muli Bold" charset="1" panose="00000800000000000000"/>
      <p:regular r:id="rId20"/>
    </p:embeddedFont>
    <p:embeddedFont>
      <p:font typeface="Times New Roman Bold" charset="1" panose="02020803070505020304"/>
      <p:regular r:id="rId21"/>
    </p:embeddedFont>
    <p:embeddedFont>
      <p:font typeface="Muli" charset="1" panose="00000500000000000000"/>
      <p:regular r:id="rId22"/>
    </p:embeddedFont>
    <p:embeddedFont>
      <p:font typeface="Agrandir Wide Bold" charset="1" panose="00000805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jpe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0.png" Type="http://schemas.openxmlformats.org/officeDocument/2006/relationships/image"/><Relationship Id="rId5" Target="../media/image51.jpeg" Type="http://schemas.openxmlformats.org/officeDocument/2006/relationships/image"/><Relationship Id="rId6" Target="../media/image52.jpeg" Type="http://schemas.openxmlformats.org/officeDocument/2006/relationships/image"/><Relationship Id="rId7" Target="../media/image53.jpe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3051" y="-63503"/>
            <a:ext cx="27365811" cy="17020661"/>
          </a:xfrm>
          <a:custGeom>
            <a:avLst/>
            <a:gdLst/>
            <a:ahLst/>
            <a:cxnLst/>
            <a:rect r="r" b="b" t="t" l="l"/>
            <a:pathLst>
              <a:path h="17020661" w="27365811">
                <a:moveTo>
                  <a:pt x="0" y="0"/>
                </a:moveTo>
                <a:lnTo>
                  <a:pt x="27365810" y="0"/>
                </a:lnTo>
                <a:lnTo>
                  <a:pt x="27365810" y="17020660"/>
                </a:lnTo>
                <a:lnTo>
                  <a:pt x="0" y="17020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5834" y="2546233"/>
            <a:ext cx="12664078" cy="52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69"/>
              </a:lnSpc>
            </a:pPr>
            <a:r>
              <a:rPr lang="en-US" b="true" sz="16169">
                <a:solidFill>
                  <a:srgbClr val="FFFFFE"/>
                </a:solidFill>
                <a:latin typeface="Agrandir Wide Heavy"/>
                <a:ea typeface="Agrandir Wide Heavy"/>
                <a:cs typeface="Agrandir Wide Heavy"/>
                <a:sym typeface="Agrandir Wide Heavy"/>
              </a:rPr>
              <a:t>GROUP PROJECT</a:t>
            </a:r>
          </a:p>
          <a:p>
            <a:pPr algn="ctr">
              <a:lnSpc>
                <a:spcPts val="9837"/>
              </a:lnSpc>
            </a:pPr>
            <a:r>
              <a:rPr lang="en-US" b="true" sz="3935">
                <a:solidFill>
                  <a:srgbClr val="FFFFFE"/>
                </a:solidFill>
                <a:latin typeface="Muli Bold"/>
                <a:ea typeface="Muli Bold"/>
                <a:cs typeface="Muli Bold"/>
                <a:sym typeface="Muli Bold"/>
              </a:rPr>
              <a:t>American university of University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82978" y="8259070"/>
            <a:ext cx="139675" cy="110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7"/>
              </a:lnSpc>
            </a:pPr>
            <a:r>
              <a:rPr lang="en-US" b="true" sz="393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83949" y="8668645"/>
            <a:ext cx="8111690" cy="69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9"/>
              </a:lnSpc>
            </a:pPr>
            <a:r>
              <a:rPr lang="en-US" b="true" sz="393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Introduction to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85509" y="3823983"/>
            <a:ext cx="2514600" cy="2638425"/>
          </a:xfrm>
          <a:custGeom>
            <a:avLst/>
            <a:gdLst/>
            <a:ahLst/>
            <a:cxnLst/>
            <a:rect r="r" b="b" t="t" l="l"/>
            <a:pathLst>
              <a:path h="2638425" w="2514600">
                <a:moveTo>
                  <a:pt x="0" y="0"/>
                </a:moveTo>
                <a:lnTo>
                  <a:pt x="2514600" y="0"/>
                </a:lnTo>
                <a:lnTo>
                  <a:pt x="2514600" y="2638425"/>
                </a:lnTo>
                <a:lnTo>
                  <a:pt x="0" y="2638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5255419" y="7005847"/>
            <a:ext cx="123825" cy="123825"/>
            <a:chOff x="0" y="0"/>
            <a:chExt cx="123825" cy="1238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5DE0E6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212906" y="7110308"/>
            <a:ext cx="123825" cy="123825"/>
            <a:chOff x="0" y="0"/>
            <a:chExt cx="123825" cy="123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5DE0E6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016192" y="7500623"/>
            <a:ext cx="123825" cy="123825"/>
            <a:chOff x="0" y="0"/>
            <a:chExt cx="123825" cy="123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825" cy="123825"/>
            </a:xfrm>
            <a:custGeom>
              <a:avLst/>
              <a:gdLst/>
              <a:ahLst/>
              <a:cxnLst/>
              <a:rect r="r" b="b" t="t" l="l"/>
              <a:pathLst>
                <a:path h="123825" w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5DE0E6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5307949" y="-3548358"/>
            <a:ext cx="34099290" cy="16214427"/>
          </a:xfrm>
          <a:custGeom>
            <a:avLst/>
            <a:gdLst/>
            <a:ahLst/>
            <a:cxnLst/>
            <a:rect r="r" b="b" t="t" l="l"/>
            <a:pathLst>
              <a:path h="16214427" w="34099290">
                <a:moveTo>
                  <a:pt x="0" y="0"/>
                </a:moveTo>
                <a:lnTo>
                  <a:pt x="34099290" y="0"/>
                </a:lnTo>
                <a:lnTo>
                  <a:pt x="34099290" y="16214427"/>
                </a:lnTo>
                <a:lnTo>
                  <a:pt x="0" y="16214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4758766"/>
            <a:ext cx="5137947" cy="5528234"/>
          </a:xfrm>
          <a:custGeom>
            <a:avLst/>
            <a:gdLst/>
            <a:ahLst/>
            <a:cxnLst/>
            <a:rect r="r" b="b" t="t" l="l"/>
            <a:pathLst>
              <a:path h="5528234" w="5137947">
                <a:moveTo>
                  <a:pt x="0" y="0"/>
                </a:moveTo>
                <a:lnTo>
                  <a:pt x="5137947" y="0"/>
                </a:lnTo>
                <a:lnTo>
                  <a:pt x="5137947" y="5528234"/>
                </a:lnTo>
                <a:lnTo>
                  <a:pt x="0" y="5528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274" t="0" r="0" b="-48864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-63503" y="-63503"/>
            <a:ext cx="18414997" cy="10413997"/>
            <a:chOff x="0" y="0"/>
            <a:chExt cx="18415000" cy="1041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7202023" cy="6067933"/>
            </a:xfrm>
            <a:custGeom>
              <a:avLst/>
              <a:gdLst/>
              <a:ahLst/>
              <a:cxnLst/>
              <a:rect r="r" b="b" t="t" l="l"/>
              <a:pathLst>
                <a:path h="6067933" w="17202023">
                  <a:moveTo>
                    <a:pt x="0" y="0"/>
                  </a:moveTo>
                  <a:lnTo>
                    <a:pt x="0" y="6067933"/>
                  </a:lnTo>
                  <a:lnTo>
                    <a:pt x="17202023" y="6067933"/>
                  </a:lnTo>
                  <a:lnTo>
                    <a:pt x="1720202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204458" y="2810129"/>
              <a:ext cx="12147042" cy="7540371"/>
            </a:xfrm>
            <a:custGeom>
              <a:avLst/>
              <a:gdLst/>
              <a:ahLst/>
              <a:cxnLst/>
              <a:rect r="r" b="b" t="t" l="l"/>
              <a:pathLst>
                <a:path h="7540371" w="12147042">
                  <a:moveTo>
                    <a:pt x="0" y="0"/>
                  </a:moveTo>
                  <a:lnTo>
                    <a:pt x="0" y="7540371"/>
                  </a:lnTo>
                  <a:lnTo>
                    <a:pt x="12147042" y="7540371"/>
                  </a:lnTo>
                  <a:lnTo>
                    <a:pt x="121470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761215" y="1752067"/>
            <a:ext cx="6080693" cy="85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9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QuizBrains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91894" y="2094976"/>
            <a:ext cx="5614064" cy="94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b="true" sz="3399">
                <a:solidFill>
                  <a:srgbClr val="517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Flashcards &amp; Quiz Generator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89422" y="6768503"/>
            <a:ext cx="1912782" cy="59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50196" y="7263279"/>
            <a:ext cx="2410092" cy="59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PRACTICE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46910" y="6872964"/>
            <a:ext cx="4184390" cy="59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 PROGRESS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01582" y="-5482981"/>
            <a:ext cx="29541721" cy="20693024"/>
          </a:xfrm>
          <a:custGeom>
            <a:avLst/>
            <a:gdLst/>
            <a:ahLst/>
            <a:cxnLst/>
            <a:rect r="r" b="b" t="t" l="l"/>
            <a:pathLst>
              <a:path h="20693024" w="29541721">
                <a:moveTo>
                  <a:pt x="0" y="0"/>
                </a:moveTo>
                <a:lnTo>
                  <a:pt x="29541720" y="0"/>
                </a:lnTo>
                <a:lnTo>
                  <a:pt x="29541720" y="20693025"/>
                </a:lnTo>
                <a:lnTo>
                  <a:pt x="0" y="2069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71043" y="851278"/>
            <a:ext cx="3314614" cy="73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3"/>
              </a:lnSpc>
            </a:pPr>
            <a:r>
              <a:rPr lang="en-US" b="true" sz="423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OURTEAM: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9306" y="2475052"/>
            <a:ext cx="4246283" cy="72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Mane Karapetyan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74111" y="4932407"/>
            <a:ext cx="1268787" cy="72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95810" y="6907940"/>
            <a:ext cx="2448306" cy="72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07.12.2025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7511" y="2475052"/>
            <a:ext cx="3733295" cy="72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Nelli Poghosyan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87320" y="2413778"/>
            <a:ext cx="4306052" cy="72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Rozeta Gevorgyan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99501" y="123168"/>
            <a:ext cx="5743575" cy="1933575"/>
          </a:xfrm>
          <a:custGeom>
            <a:avLst/>
            <a:gdLst/>
            <a:ahLst/>
            <a:cxnLst/>
            <a:rect r="r" b="b" t="t" l="l"/>
            <a:pathLst>
              <a:path h="1933575" w="5743575">
                <a:moveTo>
                  <a:pt x="0" y="0"/>
                </a:moveTo>
                <a:lnTo>
                  <a:pt x="5743575" y="0"/>
                </a:lnTo>
                <a:lnTo>
                  <a:pt x="57435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27055" y="8130883"/>
            <a:ext cx="7560945" cy="2156117"/>
          </a:xfrm>
          <a:custGeom>
            <a:avLst/>
            <a:gdLst/>
            <a:ahLst/>
            <a:cxnLst/>
            <a:rect r="r" b="b" t="t" l="l"/>
            <a:pathLst>
              <a:path h="2156117" w="7560945">
                <a:moveTo>
                  <a:pt x="0" y="0"/>
                </a:moveTo>
                <a:lnTo>
                  <a:pt x="7560945" y="0"/>
                </a:lnTo>
                <a:lnTo>
                  <a:pt x="7560945" y="2156117"/>
                </a:lnTo>
                <a:lnTo>
                  <a:pt x="0" y="2156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5" b="-28168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4916043" cy="5143500"/>
          </a:xfrm>
          <a:custGeom>
            <a:avLst/>
            <a:gdLst/>
            <a:ahLst/>
            <a:cxnLst/>
            <a:rect r="r" b="b" t="t" l="l"/>
            <a:pathLst>
              <a:path h="5143500" w="4916043">
                <a:moveTo>
                  <a:pt x="0" y="0"/>
                </a:moveTo>
                <a:lnTo>
                  <a:pt x="4916043" y="0"/>
                </a:lnTo>
                <a:lnTo>
                  <a:pt x="491604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102" t="-6000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2609" y="4959420"/>
            <a:ext cx="7965653" cy="5168951"/>
          </a:xfrm>
          <a:custGeom>
            <a:avLst/>
            <a:gdLst/>
            <a:ahLst/>
            <a:cxnLst/>
            <a:rect r="r" b="b" t="t" l="l"/>
            <a:pathLst>
              <a:path h="5168951" w="7965653">
                <a:moveTo>
                  <a:pt x="0" y="0"/>
                </a:moveTo>
                <a:lnTo>
                  <a:pt x="7965652" y="0"/>
                </a:lnTo>
                <a:lnTo>
                  <a:pt x="7965652" y="5168951"/>
                </a:lnTo>
                <a:lnTo>
                  <a:pt x="0" y="51689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8321" y="2211362"/>
            <a:ext cx="13673738" cy="1129551"/>
          </a:xfrm>
          <a:custGeom>
            <a:avLst/>
            <a:gdLst/>
            <a:ahLst/>
            <a:cxnLst/>
            <a:rect r="r" b="b" t="t" l="l"/>
            <a:pathLst>
              <a:path h="1129551" w="13673738">
                <a:moveTo>
                  <a:pt x="0" y="0"/>
                </a:moveTo>
                <a:lnTo>
                  <a:pt x="13673738" y="0"/>
                </a:lnTo>
                <a:lnTo>
                  <a:pt x="13673738" y="1129551"/>
                </a:lnTo>
                <a:lnTo>
                  <a:pt x="0" y="11295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49123" y="3493313"/>
            <a:ext cx="5509832" cy="870690"/>
          </a:xfrm>
          <a:custGeom>
            <a:avLst/>
            <a:gdLst/>
            <a:ahLst/>
            <a:cxnLst/>
            <a:rect r="r" b="b" t="t" l="l"/>
            <a:pathLst>
              <a:path h="870690" w="5509832">
                <a:moveTo>
                  <a:pt x="0" y="0"/>
                </a:moveTo>
                <a:lnTo>
                  <a:pt x="5509832" y="0"/>
                </a:lnTo>
                <a:lnTo>
                  <a:pt x="5509832" y="870690"/>
                </a:lnTo>
                <a:lnTo>
                  <a:pt x="0" y="870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99930" y="4959420"/>
            <a:ext cx="7803337" cy="5114668"/>
          </a:xfrm>
          <a:custGeom>
            <a:avLst/>
            <a:gdLst/>
            <a:ahLst/>
            <a:cxnLst/>
            <a:rect r="r" b="b" t="t" l="l"/>
            <a:pathLst>
              <a:path h="5114668" w="7803337">
                <a:moveTo>
                  <a:pt x="0" y="0"/>
                </a:moveTo>
                <a:lnTo>
                  <a:pt x="7803337" y="0"/>
                </a:lnTo>
                <a:lnTo>
                  <a:pt x="7803337" y="5114668"/>
                </a:lnTo>
                <a:lnTo>
                  <a:pt x="0" y="51146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34809" y="2310470"/>
            <a:ext cx="11826716" cy="88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2552">
                <a:solidFill>
                  <a:srgbClr val="3D36A8"/>
                </a:solidFill>
                <a:latin typeface="Muli"/>
                <a:ea typeface="Muli"/>
                <a:cs typeface="Muli"/>
                <a:sym typeface="Muli"/>
              </a:rPr>
              <a:t>A text-based flashcard and quiz system that allows users to create and study their own personalized flashcards.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06688" y="333775"/>
            <a:ext cx="5026142" cy="154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8"/>
              </a:lnSpc>
            </a:pPr>
            <a:r>
              <a:rPr lang="en-US" b="true" sz="5448">
                <a:solidFill>
                  <a:srgbClr val="3D36A8"/>
                </a:solidFill>
                <a:latin typeface="Agrandir Wide Heavy"/>
                <a:ea typeface="Agrandir Wide Heavy"/>
                <a:cs typeface="Agrandir Wide Heavy"/>
                <a:sym typeface="Agrandir Wide Heavy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3204" y="3542100"/>
            <a:ext cx="5318198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CREATE &amp; MANAGE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1411" y="5020704"/>
            <a:ext cx="6383122" cy="20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31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add_flashcard(flashcards) </a:t>
            </a:r>
            <a:r>
              <a:rPr lang="en-US" b="true" sz="2319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31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319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add_flashcard</a:t>
            </a:r>
            <a:r>
              <a:rPr lang="en-US" b="true" sz="231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(flashcards): </a:t>
            </a:r>
            <a:r>
              <a:rPr lang="en-US" b="true" sz="2319">
                <a:solidFill>
                  <a:srgbClr val="74727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# Input term and definition # Handles duplicates with overwrite option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1411" y="7478154"/>
            <a:ext cx="1801949" cy="45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31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1411" y="8297304"/>
            <a:ext cx="7164172" cy="168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31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Adds new flashcards with input validation. Checks for duplicates and prompts user to overwrite if term exists. Automatically saves after adding.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15833" y="5270154"/>
            <a:ext cx="6759492" cy="131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b="true" sz="2458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edit_flashcard(flashcards( </a:t>
            </a:r>
            <a:r>
              <a:rPr lang="en-US" b="true" sz="2458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58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58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edit_flashcard</a:t>
            </a:r>
            <a:r>
              <a:rPr lang="en-US" b="true" sz="2458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(flashcards): </a:t>
            </a:r>
            <a:r>
              <a:rPr lang="en-US" b="true" sz="2458">
                <a:solidFill>
                  <a:srgbClr val="74727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# Update definition for existing term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15833" y="6981092"/>
            <a:ext cx="1910086" cy="46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b="true" sz="2458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15833" y="7836551"/>
            <a:ext cx="7911008" cy="174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b="true" sz="2458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Updates the definition of an existing flashcard by term. Validates that the term exists and that the new definition is not empty.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78712" y="7387314"/>
            <a:ext cx="1063309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39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KEY FEATURES: All operations validate input (empty checks)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96777" y="7806414"/>
            <a:ext cx="1062459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39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User action trigger save_flashcards() for data persistance Duplicate detection with overwrite option Error messages for invalid 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7551" y="1126265"/>
            <a:ext cx="5717067" cy="50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b="true" sz="262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delete_flashcard(flashcards)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7551" y="2054038"/>
            <a:ext cx="6783324" cy="971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b="true" sz="2627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62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627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delete_flashcards</a:t>
            </a:r>
            <a:r>
              <a:rPr lang="en-US" b="true" sz="262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(flashcards): #Remove flashcard by term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7551" y="3445707"/>
            <a:ext cx="2040903" cy="50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b="true" sz="262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7551" y="4373480"/>
            <a:ext cx="8199301" cy="143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b="true" sz="262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Deletes a flashcard from the dictionary by term name. Validates input and checks if the term exists before deletion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0435" y="931535"/>
            <a:ext cx="4955143" cy="47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b="true" sz="2472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list_flashcards(flashcards)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0435" y="1804673"/>
            <a:ext cx="5931856" cy="91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b="true" sz="2472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72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72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list_flashcards</a:t>
            </a:r>
            <a:r>
              <a:rPr lang="en-US" b="true" sz="2472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(flashcards): #Prints numbers list of all cards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0435" y="3114380"/>
            <a:ext cx="1920716" cy="47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b="true" sz="2472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0435" y="3987527"/>
            <a:ext cx="7489736" cy="17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b="true" sz="2472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Displays all flashcards in a numbered list format showing term and definition. Hnadles empty flashcard collections gracefully.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3531" y="385715"/>
            <a:ext cx="358681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loading_flashcards()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3531" y="1223915"/>
            <a:ext cx="4361669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loading_flashcards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():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3531" y="2062115"/>
            <a:ext cx="557468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74727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#Returns dict {term: definition}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3531" y="2900315"/>
            <a:ext cx="8674017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 Reads flashcards from data/flashcards.txt and returns a dictionary. Handles missing files and malformed lines safely.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6241" y="4943370"/>
            <a:ext cx="525633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save_quiz_result(score, total)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6241" y="5781570"/>
            <a:ext cx="603124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2400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save_quiz_result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(score, total):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6241" y="6619770"/>
            <a:ext cx="6826672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2400">
                <a:solidFill>
                  <a:srgbClr val="74727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#Appends: score/total | % | timestamp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401" y="7286520"/>
            <a:ext cx="7710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6241" y="7457970"/>
            <a:ext cx="8739616" cy="198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Appends quiz results to data/quiz_stats.txt with</a:t>
            </a:r>
          </a:p>
          <a:p>
            <a:pPr algn="l">
              <a:lnSpc>
                <a:spcPts val="54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score, percentage and timestamp for progress</a:t>
            </a:r>
          </a:p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tracking.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9613" y="385715"/>
            <a:ext cx="384144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save_flashcards(dict)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9613" y="1223915"/>
            <a:ext cx="5883821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save_flashcards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(flashcards):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79613" y="2062115"/>
            <a:ext cx="575034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74727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#Writes to data/flashcards.txt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79613" y="2900315"/>
            <a:ext cx="8401669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 Saves the flashcards dictionary to data/ flashcards.txt. Auto-creates the data folder if missing.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32492" y="5306054"/>
            <a:ext cx="333250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show_quiz_result():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32492" y="6144254"/>
            <a:ext cx="402905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show_quiz_result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32492" y="6982454"/>
            <a:ext cx="555137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# Prints numbered quiz history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32492" y="7820654"/>
            <a:ext cx="186475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32492" y="8658854"/>
            <a:ext cx="8497424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Reads and displays all quiz attempts from data quiz_stats.txt in a numbered list format.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521713" y="1877111"/>
            <a:ext cx="7998133" cy="3876675"/>
            <a:chOff x="0" y="0"/>
            <a:chExt cx="10664177" cy="516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64189" cy="5168900"/>
            </a:xfrm>
            <a:custGeom>
              <a:avLst/>
              <a:gdLst/>
              <a:ahLst/>
              <a:cxnLst/>
              <a:rect r="r" b="b" t="t" l="l"/>
              <a:pathLst>
                <a:path h="5168900" w="10664189">
                  <a:moveTo>
                    <a:pt x="850900" y="0"/>
                  </a:moveTo>
                  <a:cubicBezTo>
                    <a:pt x="381000" y="0"/>
                    <a:pt x="0" y="381000"/>
                    <a:pt x="0" y="850900"/>
                  </a:cubicBezTo>
                  <a:lnTo>
                    <a:pt x="0" y="4322445"/>
                  </a:lnTo>
                  <a:cubicBezTo>
                    <a:pt x="0" y="4762754"/>
                    <a:pt x="334518" y="5125085"/>
                    <a:pt x="763270" y="5168900"/>
                  </a:cubicBezTo>
                  <a:lnTo>
                    <a:pt x="9900920" y="5168900"/>
                  </a:lnTo>
                  <a:cubicBezTo>
                    <a:pt x="10329672" y="5125085"/>
                    <a:pt x="10664189" y="4762754"/>
                    <a:pt x="10664189" y="4322445"/>
                  </a:cubicBezTo>
                  <a:lnTo>
                    <a:pt x="10664189" y="850900"/>
                  </a:lnTo>
                  <a:cubicBezTo>
                    <a:pt x="10664189" y="381000"/>
                    <a:pt x="10283189" y="0"/>
                    <a:pt x="9813289" y="0"/>
                  </a:cubicBezTo>
                  <a:close/>
                </a:path>
              </a:pathLst>
            </a:custGeom>
            <a:blipFill>
              <a:blip r:embed="rId4"/>
              <a:stretch>
                <a:fillRect l="-11146" t="-78197" r="-118935" b="-11836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447781" y="1181586"/>
            <a:ext cx="8373875" cy="5845769"/>
          </a:xfrm>
          <a:custGeom>
            <a:avLst/>
            <a:gdLst/>
            <a:ahLst/>
            <a:cxnLst/>
            <a:rect r="r" b="b" t="t" l="l"/>
            <a:pathLst>
              <a:path h="5845769" w="8373875">
                <a:moveTo>
                  <a:pt x="0" y="0"/>
                </a:moveTo>
                <a:lnTo>
                  <a:pt x="8373875" y="0"/>
                </a:lnTo>
                <a:lnTo>
                  <a:pt x="8373875" y="5845768"/>
                </a:lnTo>
                <a:lnTo>
                  <a:pt x="0" y="5845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683344" y="1885607"/>
            <a:ext cx="7942316" cy="3876675"/>
            <a:chOff x="0" y="0"/>
            <a:chExt cx="10589755" cy="516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89768" cy="5168900"/>
            </a:xfrm>
            <a:custGeom>
              <a:avLst/>
              <a:gdLst/>
              <a:ahLst/>
              <a:cxnLst/>
              <a:rect r="r" b="b" t="t" l="l"/>
              <a:pathLst>
                <a:path h="5168900" w="10589768">
                  <a:moveTo>
                    <a:pt x="965200" y="0"/>
                  </a:moveTo>
                  <a:cubicBezTo>
                    <a:pt x="432181" y="0"/>
                    <a:pt x="0" y="432181"/>
                    <a:pt x="0" y="965200"/>
                  </a:cubicBezTo>
                  <a:lnTo>
                    <a:pt x="0" y="4208145"/>
                  </a:lnTo>
                  <a:cubicBezTo>
                    <a:pt x="0" y="4709668"/>
                    <a:pt x="382524" y="5121910"/>
                    <a:pt x="871855" y="5168900"/>
                  </a:cubicBezTo>
                  <a:lnTo>
                    <a:pt x="9717913" y="5168900"/>
                  </a:lnTo>
                  <a:cubicBezTo>
                    <a:pt x="10207117" y="5121910"/>
                    <a:pt x="10589768" y="4709668"/>
                    <a:pt x="10589768" y="4208145"/>
                  </a:cubicBezTo>
                  <a:lnTo>
                    <a:pt x="10589768" y="965200"/>
                  </a:lnTo>
                  <a:cubicBezTo>
                    <a:pt x="10589768" y="432181"/>
                    <a:pt x="10157588" y="0"/>
                    <a:pt x="9624568" y="0"/>
                  </a:cubicBezTo>
                  <a:close/>
                </a:path>
              </a:pathLst>
            </a:custGeom>
            <a:blipFill>
              <a:blip r:embed="rId4"/>
              <a:stretch>
                <a:fillRect l="-117129" t="-82307" r="-13370" b="-112778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92647" y="7296741"/>
            <a:ext cx="16311515" cy="1636909"/>
          </a:xfrm>
          <a:custGeom>
            <a:avLst/>
            <a:gdLst/>
            <a:ahLst/>
            <a:cxnLst/>
            <a:rect r="r" b="b" t="t" l="l"/>
            <a:pathLst>
              <a:path h="1636909" w="16311515">
                <a:moveTo>
                  <a:pt x="0" y="0"/>
                </a:moveTo>
                <a:lnTo>
                  <a:pt x="16311515" y="0"/>
                </a:lnTo>
                <a:lnTo>
                  <a:pt x="16311515" y="1636909"/>
                </a:lnTo>
                <a:lnTo>
                  <a:pt x="0" y="16369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94583" y="7351519"/>
            <a:ext cx="14458950" cy="1524000"/>
            <a:chOff x="0" y="0"/>
            <a:chExt cx="19278600" cy="203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786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9278600">
                  <a:moveTo>
                    <a:pt x="558800" y="0"/>
                  </a:moveTo>
                  <a:cubicBezTo>
                    <a:pt x="250190" y="0"/>
                    <a:pt x="0" y="250190"/>
                    <a:pt x="0" y="558800"/>
                  </a:cubicBezTo>
                  <a:lnTo>
                    <a:pt x="0" y="1477645"/>
                  </a:lnTo>
                  <a:cubicBezTo>
                    <a:pt x="0" y="1762252"/>
                    <a:pt x="212725" y="1997075"/>
                    <a:pt x="487807" y="2032000"/>
                  </a:cubicBezTo>
                  <a:lnTo>
                    <a:pt x="18796381" y="2032000"/>
                  </a:lnTo>
                  <a:cubicBezTo>
                    <a:pt x="19045428" y="2000377"/>
                    <a:pt x="19243294" y="1805051"/>
                    <a:pt x="19278600" y="1557274"/>
                  </a:cubicBezTo>
                  <a:lnTo>
                    <a:pt x="19278600" y="1557274"/>
                  </a:lnTo>
                  <a:lnTo>
                    <a:pt x="19278600" y="479171"/>
                  </a:lnTo>
                  <a:lnTo>
                    <a:pt x="19278600" y="479171"/>
                  </a:lnTo>
                  <a:cubicBezTo>
                    <a:pt x="19239992" y="208280"/>
                    <a:pt x="19007074" y="0"/>
                    <a:pt x="18725387" y="0"/>
                  </a:cubicBezTo>
                  <a:close/>
                </a:path>
              </a:pathLst>
            </a:custGeom>
            <a:blipFill>
              <a:blip r:embed="rId4"/>
              <a:stretch>
                <a:fillRect l="-5559" t="-429371" r="-6166" b="-13312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075269" y="8974988"/>
            <a:ext cx="14473704" cy="1242784"/>
          </a:xfrm>
          <a:custGeom>
            <a:avLst/>
            <a:gdLst/>
            <a:ahLst/>
            <a:cxnLst/>
            <a:rect r="r" b="b" t="t" l="l"/>
            <a:pathLst>
              <a:path h="1242784" w="14473704">
                <a:moveTo>
                  <a:pt x="0" y="0"/>
                </a:moveTo>
                <a:lnTo>
                  <a:pt x="14473704" y="0"/>
                </a:lnTo>
                <a:lnTo>
                  <a:pt x="14473704" y="1242784"/>
                </a:lnTo>
                <a:lnTo>
                  <a:pt x="0" y="1242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4366" y="-2334"/>
            <a:ext cx="5208356" cy="115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4"/>
              </a:lnSpc>
            </a:pPr>
            <a:r>
              <a:rPr lang="en-US" b="true" sz="5981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How to Run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58251" y="9167165"/>
            <a:ext cx="13013255" cy="84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b="true" sz="229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Note: The application automatically creates the data/ folder when you save flashcards for the first time. No manual setup required!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41746" y="2882732"/>
            <a:ext cx="16152714" cy="5572125"/>
            <a:chOff x="0" y="0"/>
            <a:chExt cx="21536952" cy="7429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537040" cy="7429500"/>
            </a:xfrm>
            <a:custGeom>
              <a:avLst/>
              <a:gdLst/>
              <a:ahLst/>
              <a:cxnLst/>
              <a:rect r="r" b="b" t="t" l="l"/>
              <a:pathLst>
                <a:path h="7429500" w="21537040">
                  <a:moveTo>
                    <a:pt x="838200" y="0"/>
                  </a:moveTo>
                  <a:cubicBezTo>
                    <a:pt x="375285" y="0"/>
                    <a:pt x="0" y="375285"/>
                    <a:pt x="0" y="838200"/>
                  </a:cubicBezTo>
                  <a:lnTo>
                    <a:pt x="0" y="6597015"/>
                  </a:lnTo>
                  <a:cubicBezTo>
                    <a:pt x="0" y="7026656"/>
                    <a:pt x="323215" y="7380732"/>
                    <a:pt x="739775" y="7429500"/>
                  </a:cubicBezTo>
                  <a:lnTo>
                    <a:pt x="20797265" y="7429500"/>
                  </a:lnTo>
                  <a:cubicBezTo>
                    <a:pt x="21213826" y="7380732"/>
                    <a:pt x="21537040" y="7026656"/>
                    <a:pt x="21537040" y="6597015"/>
                  </a:cubicBezTo>
                  <a:lnTo>
                    <a:pt x="21537040" y="838200"/>
                  </a:lnTo>
                  <a:cubicBezTo>
                    <a:pt x="21537040" y="375285"/>
                    <a:pt x="21161755" y="0"/>
                    <a:pt x="20698840" y="0"/>
                  </a:cubicBezTo>
                  <a:close/>
                </a:path>
              </a:pathLst>
            </a:custGeom>
            <a:blipFill>
              <a:blip r:embed="rId4"/>
              <a:stretch>
                <a:fillRect l="-13403" t="-90756" r="-13849" b="-3984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80035" y="-160144"/>
            <a:ext cx="4441450" cy="128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2642">
                <a:solidFill>
                  <a:srgbClr val="3D36A8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  <a:p>
            <a:pPr algn="ctr">
              <a:lnSpc>
                <a:spcPts val="5995"/>
              </a:lnSpc>
            </a:pPr>
            <a:r>
              <a:rPr lang="en-US" b="true" sz="4800">
                <a:solidFill>
                  <a:srgbClr val="3D36A8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STRUCTURE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1666" y="728986"/>
            <a:ext cx="9878739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 modes with randomization, scoring and validation.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3531" y="1362770"/>
            <a:ext cx="5816565" cy="75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quiz_multiple_choice(flashcards)</a:t>
            </a:r>
            <a:r>
              <a:rPr lang="en-US" b="true" sz="240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70119" y="1436694"/>
            <a:ext cx="8460743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2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quiz_multiple_choice(flashcards)quiz_open_ans</a:t>
            </a:r>
          </a:p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wer(flashcards)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3531" y="2324795"/>
            <a:ext cx="6591538" cy="139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6"/>
              </a:lnSpc>
            </a:pPr>
            <a:r>
              <a:rPr lang="en-US" b="true" sz="2400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quiz_multiple_choice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(flashcards):</a:t>
            </a:r>
          </a:p>
          <a:p>
            <a:pPr algn="l">
              <a:lnSpc>
                <a:spcPts val="3376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questions = </a:t>
            </a:r>
            <a:r>
              <a:rPr lang="en-US" b="true" sz="240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list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(flashcards.keys()) rn.</a:t>
            </a:r>
            <a:r>
              <a:rPr lang="en-US" b="true" sz="240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shuffle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(questions)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70119" y="2903544"/>
            <a:ext cx="8033566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b="true" sz="2400">
                <a:solidFill>
                  <a:srgbClr val="386ED6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def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EF3EE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quiz_open_answer</a:t>
            </a: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(flashcards): correct_answer = flashcards[q].strip().lower() user_answer = input().strip().lower()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531" y="4220270"/>
            <a:ext cx="4827013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</a:pPr>
            <a:r>
              <a:rPr lang="en-US" b="true" sz="2400">
                <a:solidFill>
                  <a:srgbClr val="74727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#Build randomized choices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70119" y="4341819"/>
            <a:ext cx="1597695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6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3531" y="5125145"/>
            <a:ext cx="1864757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PURPOSE: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70119" y="5160969"/>
            <a:ext cx="7926000" cy="198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User types the full definition for each</a:t>
            </a:r>
          </a:p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flashcard term. Performs case-insensitive</a:t>
            </a:r>
          </a:p>
          <a:p>
            <a:pPr algn="l">
              <a:lnSpc>
                <a:spcPts val="54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comparision, provides instant feedback and</a:t>
            </a:r>
          </a:p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calculates final score.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3531" y="5963345"/>
            <a:ext cx="8133055" cy="153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Generates a multiple-choice quiz randomized</a:t>
            </a:r>
          </a:p>
          <a:p>
            <a:pPr algn="l">
              <a:lnSpc>
                <a:spcPts val="54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questions and answer options. Validates</a:t>
            </a:r>
          </a:p>
          <a:p>
            <a:pPr algn="l">
              <a:lnSpc>
                <a:spcPts val="1200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numeric input, scores answers and provides</a:t>
            </a:r>
          </a:p>
          <a:p>
            <a:pPr algn="l">
              <a:lnSpc>
                <a:spcPts val="4236"/>
              </a:lnSpc>
            </a:pPr>
            <a:r>
              <a:rPr lang="en-US" b="true" sz="24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immediate feedback.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1666" y="-211884"/>
            <a:ext cx="1971961" cy="115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4"/>
              </a:lnSpc>
            </a:pPr>
            <a:r>
              <a:rPr lang="en-US" b="true" sz="5981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25695" y="7843047"/>
            <a:ext cx="8428415" cy="44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9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 Features: Questions randomized every time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21596" y="8243097"/>
            <a:ext cx="8298361" cy="164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97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Multiple-choice options shuffled Wrong answers sampled from other flashcards Both modes call save_quiz_result(score, total) Emoji feedback for correct answers.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2696" y="0"/>
            <a:ext cx="12335304" cy="10287000"/>
          </a:xfrm>
          <a:custGeom>
            <a:avLst/>
            <a:gdLst/>
            <a:ahLst/>
            <a:cxnLst/>
            <a:rect r="r" b="b" t="t" l="l"/>
            <a:pathLst>
              <a:path h="10287000" w="12335304">
                <a:moveTo>
                  <a:pt x="0" y="0"/>
                </a:moveTo>
                <a:lnTo>
                  <a:pt x="12335304" y="0"/>
                </a:lnTo>
                <a:lnTo>
                  <a:pt x="123353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909" r="-2930" b="-41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6137243" cy="7989684"/>
          </a:xfrm>
          <a:custGeom>
            <a:avLst/>
            <a:gdLst/>
            <a:ahLst/>
            <a:cxnLst/>
            <a:rect r="r" b="b" t="t" l="l"/>
            <a:pathLst>
              <a:path h="7989684" w="6137243">
                <a:moveTo>
                  <a:pt x="0" y="0"/>
                </a:moveTo>
                <a:lnTo>
                  <a:pt x="6137243" y="0"/>
                </a:lnTo>
                <a:lnTo>
                  <a:pt x="6137243" y="7989685"/>
                </a:lnTo>
                <a:lnTo>
                  <a:pt x="0" y="7989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715" t="-3002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825211" y="1485300"/>
            <a:ext cx="2689993" cy="921096"/>
            <a:chOff x="0" y="0"/>
            <a:chExt cx="2689987" cy="9210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0151" y="64516"/>
              <a:ext cx="2553341" cy="789305"/>
            </a:xfrm>
            <a:custGeom>
              <a:avLst/>
              <a:gdLst/>
              <a:ahLst/>
              <a:cxnLst/>
              <a:rect r="r" b="b" t="t" l="l"/>
              <a:pathLst>
                <a:path h="789305" w="2553341">
                  <a:moveTo>
                    <a:pt x="937721" y="199009"/>
                  </a:moveTo>
                  <a:cubicBezTo>
                    <a:pt x="938356" y="199517"/>
                    <a:pt x="939372" y="200279"/>
                    <a:pt x="939372" y="200279"/>
                  </a:cubicBezTo>
                  <a:cubicBezTo>
                    <a:pt x="939372" y="200279"/>
                    <a:pt x="938991" y="200025"/>
                    <a:pt x="937721" y="199009"/>
                  </a:cubicBezTo>
                  <a:close/>
                  <a:moveTo>
                    <a:pt x="2118694" y="76073"/>
                  </a:moveTo>
                  <a:cubicBezTo>
                    <a:pt x="2120853" y="76073"/>
                    <a:pt x="2122885" y="76073"/>
                    <a:pt x="2125044" y="76073"/>
                  </a:cubicBezTo>
                  <a:cubicBezTo>
                    <a:pt x="2235026" y="77089"/>
                    <a:pt x="2348437" y="104521"/>
                    <a:pt x="2431622" y="180086"/>
                  </a:cubicBezTo>
                  <a:cubicBezTo>
                    <a:pt x="2493217" y="236093"/>
                    <a:pt x="2540842" y="323088"/>
                    <a:pt x="2507060" y="406527"/>
                  </a:cubicBezTo>
                  <a:cubicBezTo>
                    <a:pt x="2488010" y="453644"/>
                    <a:pt x="2447624" y="489966"/>
                    <a:pt x="2405841" y="517017"/>
                  </a:cubicBezTo>
                  <a:cubicBezTo>
                    <a:pt x="2358089" y="547878"/>
                    <a:pt x="2305003" y="570103"/>
                    <a:pt x="2250774" y="587248"/>
                  </a:cubicBezTo>
                  <a:cubicBezTo>
                    <a:pt x="2155016" y="617474"/>
                    <a:pt x="2054813" y="630682"/>
                    <a:pt x="1954610" y="630682"/>
                  </a:cubicBezTo>
                  <a:cubicBezTo>
                    <a:pt x="1935433" y="630682"/>
                    <a:pt x="1916383" y="630174"/>
                    <a:pt x="1897206" y="629285"/>
                  </a:cubicBezTo>
                  <a:cubicBezTo>
                    <a:pt x="1777572" y="623443"/>
                    <a:pt x="1660351" y="598170"/>
                    <a:pt x="1547067" y="559689"/>
                  </a:cubicBezTo>
                  <a:cubicBezTo>
                    <a:pt x="1466422" y="532257"/>
                    <a:pt x="1388444" y="497459"/>
                    <a:pt x="1315038" y="454533"/>
                  </a:cubicBezTo>
                  <a:cubicBezTo>
                    <a:pt x="1364949" y="401066"/>
                    <a:pt x="1420321" y="352552"/>
                    <a:pt x="1478995" y="309626"/>
                  </a:cubicBezTo>
                  <a:cubicBezTo>
                    <a:pt x="1568403" y="244348"/>
                    <a:pt x="1666447" y="190373"/>
                    <a:pt x="1769317" y="149606"/>
                  </a:cubicBezTo>
                  <a:cubicBezTo>
                    <a:pt x="1880188" y="105664"/>
                    <a:pt x="1998806" y="76073"/>
                    <a:pt x="2118694" y="76073"/>
                  </a:cubicBezTo>
                  <a:close/>
                  <a:moveTo>
                    <a:pt x="478235" y="35687"/>
                  </a:moveTo>
                  <a:cubicBezTo>
                    <a:pt x="577930" y="35687"/>
                    <a:pt x="675593" y="53213"/>
                    <a:pt x="766398" y="95504"/>
                  </a:cubicBezTo>
                  <a:cubicBezTo>
                    <a:pt x="816182" y="118745"/>
                    <a:pt x="863426" y="147447"/>
                    <a:pt x="908638" y="178562"/>
                  </a:cubicBezTo>
                  <a:cubicBezTo>
                    <a:pt x="918290" y="185166"/>
                    <a:pt x="927942" y="192024"/>
                    <a:pt x="937467" y="198882"/>
                  </a:cubicBezTo>
                  <a:cubicBezTo>
                    <a:pt x="937467" y="198882"/>
                    <a:pt x="937594" y="198882"/>
                    <a:pt x="937594" y="199009"/>
                  </a:cubicBezTo>
                  <a:cubicBezTo>
                    <a:pt x="939372" y="200406"/>
                    <a:pt x="941023" y="201676"/>
                    <a:pt x="942801" y="203073"/>
                  </a:cubicBezTo>
                  <a:cubicBezTo>
                    <a:pt x="956644" y="213868"/>
                    <a:pt x="970106" y="225044"/>
                    <a:pt x="983568" y="236347"/>
                  </a:cubicBezTo>
                  <a:cubicBezTo>
                    <a:pt x="1027256" y="273177"/>
                    <a:pt x="1067896" y="313309"/>
                    <a:pt x="1111076" y="350774"/>
                  </a:cubicBezTo>
                  <a:cubicBezTo>
                    <a:pt x="1123268" y="361315"/>
                    <a:pt x="1135587" y="371602"/>
                    <a:pt x="1148160" y="381762"/>
                  </a:cubicBezTo>
                  <a:cubicBezTo>
                    <a:pt x="1073865" y="467741"/>
                    <a:pt x="989283" y="548767"/>
                    <a:pt x="882984" y="593090"/>
                  </a:cubicBezTo>
                  <a:cubicBezTo>
                    <a:pt x="799418" y="627888"/>
                    <a:pt x="708613" y="642112"/>
                    <a:pt x="618189" y="642112"/>
                  </a:cubicBezTo>
                  <a:cubicBezTo>
                    <a:pt x="603457" y="642112"/>
                    <a:pt x="588725" y="641731"/>
                    <a:pt x="573993" y="640969"/>
                  </a:cubicBezTo>
                  <a:cubicBezTo>
                    <a:pt x="465281" y="635508"/>
                    <a:pt x="357077" y="610489"/>
                    <a:pt x="256747" y="568452"/>
                  </a:cubicBezTo>
                  <a:cubicBezTo>
                    <a:pt x="206836" y="547624"/>
                    <a:pt x="156417" y="522732"/>
                    <a:pt x="113237" y="489966"/>
                  </a:cubicBezTo>
                  <a:cubicBezTo>
                    <a:pt x="68025" y="455803"/>
                    <a:pt x="37672" y="408051"/>
                    <a:pt x="35132" y="350520"/>
                  </a:cubicBezTo>
                  <a:cubicBezTo>
                    <a:pt x="30814" y="254381"/>
                    <a:pt x="96092" y="173101"/>
                    <a:pt x="172165" y="122047"/>
                  </a:cubicBezTo>
                  <a:cubicBezTo>
                    <a:pt x="261446" y="62484"/>
                    <a:pt x="366729" y="36322"/>
                    <a:pt x="473155" y="35687"/>
                  </a:cubicBezTo>
                  <a:cubicBezTo>
                    <a:pt x="474806" y="35687"/>
                    <a:pt x="476584" y="35687"/>
                    <a:pt x="478235" y="35687"/>
                  </a:cubicBezTo>
                  <a:close/>
                  <a:moveTo>
                    <a:pt x="481918" y="508"/>
                  </a:moveTo>
                  <a:cubicBezTo>
                    <a:pt x="376508" y="508"/>
                    <a:pt x="272622" y="22225"/>
                    <a:pt x="180674" y="75438"/>
                  </a:cubicBezTo>
                  <a:cubicBezTo>
                    <a:pt x="100918" y="121666"/>
                    <a:pt x="27766" y="193675"/>
                    <a:pt x="6303" y="286131"/>
                  </a:cubicBezTo>
                  <a:cubicBezTo>
                    <a:pt x="-6270" y="340233"/>
                    <a:pt x="-428" y="398653"/>
                    <a:pt x="27385" y="447167"/>
                  </a:cubicBezTo>
                  <a:cubicBezTo>
                    <a:pt x="56849" y="498221"/>
                    <a:pt x="107776" y="532130"/>
                    <a:pt x="158195" y="559689"/>
                  </a:cubicBezTo>
                  <a:cubicBezTo>
                    <a:pt x="294847" y="634619"/>
                    <a:pt x="455248" y="677672"/>
                    <a:pt x="613617" y="677672"/>
                  </a:cubicBezTo>
                  <a:cubicBezTo>
                    <a:pt x="671021" y="677672"/>
                    <a:pt x="728044" y="671957"/>
                    <a:pt x="783670" y="660146"/>
                  </a:cubicBezTo>
                  <a:cubicBezTo>
                    <a:pt x="834216" y="649351"/>
                    <a:pt x="883619" y="632714"/>
                    <a:pt x="930101" y="609854"/>
                  </a:cubicBezTo>
                  <a:cubicBezTo>
                    <a:pt x="983187" y="583692"/>
                    <a:pt x="1031066" y="548259"/>
                    <a:pt x="1074627" y="508381"/>
                  </a:cubicBezTo>
                  <a:cubicBezTo>
                    <a:pt x="1110060" y="475996"/>
                    <a:pt x="1144731" y="441071"/>
                    <a:pt x="1176735" y="403860"/>
                  </a:cubicBezTo>
                  <a:cubicBezTo>
                    <a:pt x="1196547" y="418973"/>
                    <a:pt x="1216740" y="433451"/>
                    <a:pt x="1237441" y="447294"/>
                  </a:cubicBezTo>
                  <a:cubicBezTo>
                    <a:pt x="1245061" y="452374"/>
                    <a:pt x="1252808" y="457327"/>
                    <a:pt x="1260428" y="462280"/>
                  </a:cubicBezTo>
                  <a:cubicBezTo>
                    <a:pt x="1212930" y="517144"/>
                    <a:pt x="1170893" y="576707"/>
                    <a:pt x="1136095" y="640461"/>
                  </a:cubicBezTo>
                  <a:cubicBezTo>
                    <a:pt x="1123776" y="663067"/>
                    <a:pt x="1112346" y="686308"/>
                    <a:pt x="1101932" y="709930"/>
                  </a:cubicBezTo>
                  <a:cubicBezTo>
                    <a:pt x="1101551" y="691261"/>
                    <a:pt x="1101678" y="672592"/>
                    <a:pt x="1101297" y="653923"/>
                  </a:cubicBezTo>
                  <a:cubicBezTo>
                    <a:pt x="1101043" y="644906"/>
                    <a:pt x="1093677" y="636270"/>
                    <a:pt x="1084406" y="636270"/>
                  </a:cubicBezTo>
                  <a:cubicBezTo>
                    <a:pt x="1084152" y="636270"/>
                    <a:pt x="1083898" y="636270"/>
                    <a:pt x="1083771" y="636270"/>
                  </a:cubicBezTo>
                  <a:cubicBezTo>
                    <a:pt x="1074500" y="636651"/>
                    <a:pt x="1065991" y="644017"/>
                    <a:pt x="1066118" y="653923"/>
                  </a:cubicBezTo>
                  <a:cubicBezTo>
                    <a:pt x="1067134" y="695833"/>
                    <a:pt x="1065483" y="737870"/>
                    <a:pt x="1072722" y="779272"/>
                  </a:cubicBezTo>
                  <a:cubicBezTo>
                    <a:pt x="1073357" y="783082"/>
                    <a:pt x="1076786" y="787146"/>
                    <a:pt x="1079961" y="789305"/>
                  </a:cubicBezTo>
                  <a:lnTo>
                    <a:pt x="1104218" y="789305"/>
                  </a:lnTo>
                  <a:cubicBezTo>
                    <a:pt x="1105234" y="788670"/>
                    <a:pt x="1106250" y="787908"/>
                    <a:pt x="1107266" y="787019"/>
                  </a:cubicBezTo>
                  <a:cubicBezTo>
                    <a:pt x="1111330" y="783463"/>
                    <a:pt x="1115521" y="779907"/>
                    <a:pt x="1119585" y="776478"/>
                  </a:cubicBezTo>
                  <a:cubicBezTo>
                    <a:pt x="1121744" y="774700"/>
                    <a:pt x="1123903" y="773049"/>
                    <a:pt x="1126062" y="771271"/>
                  </a:cubicBezTo>
                  <a:cubicBezTo>
                    <a:pt x="1126824" y="770636"/>
                    <a:pt x="1127713" y="770001"/>
                    <a:pt x="1128475" y="769366"/>
                  </a:cubicBezTo>
                  <a:cubicBezTo>
                    <a:pt x="1128729" y="769239"/>
                    <a:pt x="1128856" y="769112"/>
                    <a:pt x="1129110" y="768858"/>
                  </a:cubicBezTo>
                  <a:cubicBezTo>
                    <a:pt x="1137873" y="762254"/>
                    <a:pt x="1146636" y="755777"/>
                    <a:pt x="1155653" y="749427"/>
                  </a:cubicBezTo>
                  <a:cubicBezTo>
                    <a:pt x="1173306" y="736981"/>
                    <a:pt x="1191340" y="725043"/>
                    <a:pt x="1209247" y="712978"/>
                  </a:cubicBezTo>
                  <a:cubicBezTo>
                    <a:pt x="1216867" y="707771"/>
                    <a:pt x="1220931" y="697230"/>
                    <a:pt x="1215597" y="688848"/>
                  </a:cubicBezTo>
                  <a:cubicBezTo>
                    <a:pt x="1212295" y="683641"/>
                    <a:pt x="1205945" y="680085"/>
                    <a:pt x="1199722" y="680085"/>
                  </a:cubicBezTo>
                  <a:cubicBezTo>
                    <a:pt x="1196928" y="680085"/>
                    <a:pt x="1194007" y="680847"/>
                    <a:pt x="1191467" y="682625"/>
                  </a:cubicBezTo>
                  <a:cubicBezTo>
                    <a:pt x="1172798" y="695325"/>
                    <a:pt x="1153748" y="707771"/>
                    <a:pt x="1135333" y="720852"/>
                  </a:cubicBezTo>
                  <a:cubicBezTo>
                    <a:pt x="1174322" y="633476"/>
                    <a:pt x="1227662" y="552958"/>
                    <a:pt x="1290781" y="480695"/>
                  </a:cubicBezTo>
                  <a:cubicBezTo>
                    <a:pt x="1364568" y="524383"/>
                    <a:pt x="1443054" y="559943"/>
                    <a:pt x="1523953" y="588391"/>
                  </a:cubicBezTo>
                  <a:cubicBezTo>
                    <a:pt x="1637491" y="628269"/>
                    <a:pt x="1755093" y="654558"/>
                    <a:pt x="1875235" y="662686"/>
                  </a:cubicBezTo>
                  <a:cubicBezTo>
                    <a:pt x="1901778" y="664464"/>
                    <a:pt x="1928448" y="665353"/>
                    <a:pt x="1955118" y="665353"/>
                  </a:cubicBezTo>
                  <a:cubicBezTo>
                    <a:pt x="2047701" y="665353"/>
                    <a:pt x="2140411" y="654304"/>
                    <a:pt x="2229565" y="629666"/>
                  </a:cubicBezTo>
                  <a:cubicBezTo>
                    <a:pt x="2333451" y="600964"/>
                    <a:pt x="2448132" y="553974"/>
                    <a:pt x="2514045" y="464312"/>
                  </a:cubicBezTo>
                  <a:cubicBezTo>
                    <a:pt x="2540842" y="427863"/>
                    <a:pt x="2555701" y="382905"/>
                    <a:pt x="2553034" y="337439"/>
                  </a:cubicBezTo>
                  <a:cubicBezTo>
                    <a:pt x="2550367" y="292989"/>
                    <a:pt x="2533349" y="250444"/>
                    <a:pt x="2508203" y="213995"/>
                  </a:cubicBezTo>
                  <a:cubicBezTo>
                    <a:pt x="2449402" y="129032"/>
                    <a:pt x="2354914" y="76073"/>
                    <a:pt x="2255219" y="54610"/>
                  </a:cubicBezTo>
                  <a:cubicBezTo>
                    <a:pt x="2210007" y="44831"/>
                    <a:pt x="2164033" y="40513"/>
                    <a:pt x="2117932" y="40513"/>
                  </a:cubicBezTo>
                  <a:cubicBezTo>
                    <a:pt x="2041859" y="40513"/>
                    <a:pt x="1965659" y="52451"/>
                    <a:pt x="1892380" y="71628"/>
                  </a:cubicBezTo>
                  <a:cubicBezTo>
                    <a:pt x="1780239" y="100965"/>
                    <a:pt x="1671908" y="147828"/>
                    <a:pt x="1571959" y="206248"/>
                  </a:cubicBezTo>
                  <a:cubicBezTo>
                    <a:pt x="1466168" y="268097"/>
                    <a:pt x="1367616" y="345059"/>
                    <a:pt x="1284177" y="435483"/>
                  </a:cubicBezTo>
                  <a:cubicBezTo>
                    <a:pt x="1275541" y="430022"/>
                    <a:pt x="1266778" y="424561"/>
                    <a:pt x="1258269" y="418846"/>
                  </a:cubicBezTo>
                  <a:cubicBezTo>
                    <a:pt x="1238076" y="405384"/>
                    <a:pt x="1218391" y="391287"/>
                    <a:pt x="1199087" y="376682"/>
                  </a:cubicBezTo>
                  <a:cubicBezTo>
                    <a:pt x="1235790" y="331089"/>
                    <a:pt x="1268175" y="282194"/>
                    <a:pt x="1293321" y="230505"/>
                  </a:cubicBezTo>
                  <a:cubicBezTo>
                    <a:pt x="1308688" y="198882"/>
                    <a:pt x="1320753" y="166243"/>
                    <a:pt x="1329135" y="132461"/>
                  </a:cubicBezTo>
                  <a:cubicBezTo>
                    <a:pt x="1336120" y="152908"/>
                    <a:pt x="1341962" y="173863"/>
                    <a:pt x="1347042" y="194945"/>
                  </a:cubicBezTo>
                  <a:cubicBezTo>
                    <a:pt x="1348820" y="202438"/>
                    <a:pt x="1356567" y="207899"/>
                    <a:pt x="1364060" y="207899"/>
                  </a:cubicBezTo>
                  <a:cubicBezTo>
                    <a:pt x="1365584" y="207899"/>
                    <a:pt x="1367108" y="207645"/>
                    <a:pt x="1368632" y="207137"/>
                  </a:cubicBezTo>
                  <a:cubicBezTo>
                    <a:pt x="1377903" y="204089"/>
                    <a:pt x="1383237" y="195072"/>
                    <a:pt x="1380951" y="185547"/>
                  </a:cubicBezTo>
                  <a:cubicBezTo>
                    <a:pt x="1370791" y="144526"/>
                    <a:pt x="1358345" y="103632"/>
                    <a:pt x="1339549" y="65786"/>
                  </a:cubicBezTo>
                  <a:cubicBezTo>
                    <a:pt x="1336755" y="60198"/>
                    <a:pt x="1330405" y="57150"/>
                    <a:pt x="1324055" y="57150"/>
                  </a:cubicBezTo>
                  <a:cubicBezTo>
                    <a:pt x="1322404" y="57150"/>
                    <a:pt x="1320626" y="57404"/>
                    <a:pt x="1319102" y="57912"/>
                  </a:cubicBezTo>
                  <a:cubicBezTo>
                    <a:pt x="1314657" y="58420"/>
                    <a:pt x="1311228" y="60706"/>
                    <a:pt x="1308688" y="63754"/>
                  </a:cubicBezTo>
                  <a:cubicBezTo>
                    <a:pt x="1307672" y="64389"/>
                    <a:pt x="1306783" y="65151"/>
                    <a:pt x="1305894" y="66040"/>
                  </a:cubicBezTo>
                  <a:cubicBezTo>
                    <a:pt x="1280494" y="93472"/>
                    <a:pt x="1250522" y="116205"/>
                    <a:pt x="1224995" y="143637"/>
                  </a:cubicBezTo>
                  <a:cubicBezTo>
                    <a:pt x="1218772" y="150368"/>
                    <a:pt x="1217756" y="161925"/>
                    <a:pt x="1224995" y="168529"/>
                  </a:cubicBezTo>
                  <a:cubicBezTo>
                    <a:pt x="1228551" y="171704"/>
                    <a:pt x="1233250" y="173609"/>
                    <a:pt x="1237949" y="173609"/>
                  </a:cubicBezTo>
                  <a:cubicBezTo>
                    <a:pt x="1242267" y="173609"/>
                    <a:pt x="1246712" y="172085"/>
                    <a:pt x="1249887" y="168529"/>
                  </a:cubicBezTo>
                  <a:cubicBezTo>
                    <a:pt x="1263984" y="153289"/>
                    <a:pt x="1279605" y="139446"/>
                    <a:pt x="1294972" y="125476"/>
                  </a:cubicBezTo>
                  <a:lnTo>
                    <a:pt x="1294972" y="125476"/>
                  </a:lnTo>
                  <a:cubicBezTo>
                    <a:pt x="1273890" y="210058"/>
                    <a:pt x="1225376" y="286893"/>
                    <a:pt x="1170512" y="354457"/>
                  </a:cubicBezTo>
                  <a:cubicBezTo>
                    <a:pt x="1157812" y="344170"/>
                    <a:pt x="1145239" y="333756"/>
                    <a:pt x="1132793" y="322961"/>
                  </a:cubicBezTo>
                  <a:cubicBezTo>
                    <a:pt x="1090248" y="285877"/>
                    <a:pt x="1050116" y="246380"/>
                    <a:pt x="1006936" y="209931"/>
                  </a:cubicBezTo>
                  <a:cubicBezTo>
                    <a:pt x="939880" y="153543"/>
                    <a:pt x="866601" y="103759"/>
                    <a:pt x="787226" y="66294"/>
                  </a:cubicBezTo>
                  <a:cubicBezTo>
                    <a:pt x="694516" y="22606"/>
                    <a:pt x="595329" y="1651"/>
                    <a:pt x="493094" y="127"/>
                  </a:cubicBezTo>
                  <a:cubicBezTo>
                    <a:pt x="489284" y="127"/>
                    <a:pt x="485474" y="0"/>
                    <a:pt x="4816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562987" cy="794131"/>
            </a:xfrm>
            <a:custGeom>
              <a:avLst/>
              <a:gdLst/>
              <a:ahLst/>
              <a:cxnLst/>
              <a:rect r="r" b="b" t="t" l="l"/>
              <a:pathLst>
                <a:path h="794131" w="2562987">
                  <a:moveTo>
                    <a:pt x="0" y="794131"/>
                  </a:moveTo>
                  <a:lnTo>
                    <a:pt x="2562987" y="794131"/>
                  </a:lnTo>
                  <a:lnTo>
                    <a:pt x="25629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8360" y="8870147"/>
            <a:ext cx="16792775" cy="1226630"/>
          </a:xfrm>
          <a:custGeom>
            <a:avLst/>
            <a:gdLst/>
            <a:ahLst/>
            <a:cxnLst/>
            <a:rect r="r" b="b" t="t" l="l"/>
            <a:pathLst>
              <a:path h="1226630" w="16792775">
                <a:moveTo>
                  <a:pt x="0" y="0"/>
                </a:moveTo>
                <a:lnTo>
                  <a:pt x="16792775" y="0"/>
                </a:lnTo>
                <a:lnTo>
                  <a:pt x="16792775" y="1226629"/>
                </a:lnTo>
                <a:lnTo>
                  <a:pt x="0" y="1226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6588" y="6566164"/>
            <a:ext cx="17833410" cy="2188978"/>
          </a:xfrm>
          <a:custGeom>
            <a:avLst/>
            <a:gdLst/>
            <a:ahLst/>
            <a:cxnLst/>
            <a:rect r="r" b="b" t="t" l="l"/>
            <a:pathLst>
              <a:path h="2188978" w="17833410">
                <a:moveTo>
                  <a:pt x="0" y="0"/>
                </a:moveTo>
                <a:lnTo>
                  <a:pt x="17833410" y="0"/>
                </a:lnTo>
                <a:lnTo>
                  <a:pt x="17833410" y="2188978"/>
                </a:lnTo>
                <a:lnTo>
                  <a:pt x="0" y="21889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3282" y="2646445"/>
            <a:ext cx="17736950" cy="3170415"/>
          </a:xfrm>
          <a:custGeom>
            <a:avLst/>
            <a:gdLst/>
            <a:ahLst/>
            <a:cxnLst/>
            <a:rect r="r" b="b" t="t" l="l"/>
            <a:pathLst>
              <a:path h="3170415" w="17736950">
                <a:moveTo>
                  <a:pt x="0" y="0"/>
                </a:moveTo>
                <a:lnTo>
                  <a:pt x="17736950" y="0"/>
                </a:lnTo>
                <a:lnTo>
                  <a:pt x="17736950" y="3170415"/>
                </a:lnTo>
                <a:lnTo>
                  <a:pt x="0" y="3170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1854" y="282873"/>
            <a:ext cx="7309637" cy="64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b="true" sz="5981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User Navigation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5365" y="661759"/>
            <a:ext cx="74924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40841" y="4574219"/>
            <a:ext cx="87401" cy="67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854" y="5194887"/>
            <a:ext cx="9982743" cy="1426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0"/>
              </a:lnSpc>
            </a:pPr>
            <a:r>
              <a:rPr lang="en-US" b="true" sz="5981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Code Navigation Path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854" y="918934"/>
            <a:ext cx="919663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How</a:t>
            </a:r>
            <a:r>
              <a:rPr lang="en-US" b="true" sz="24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</a:t>
            </a:r>
            <a:r>
              <a:rPr lang="en-US" b="true" sz="24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</a:t>
            </a:r>
            <a:r>
              <a:rPr lang="en-US" b="true" sz="24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QuizBrainsandnavigate</a:t>
            </a:r>
            <a:r>
              <a:rPr lang="en-US" b="true" sz="24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</a:t>
            </a:r>
            <a:r>
              <a:rPr lang="en-US" b="true" sz="24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4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codebase.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854" y="1597504"/>
            <a:ext cx="3240043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User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7089" y="3707444"/>
            <a:ext cx="2456688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Launch App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089" y="4698044"/>
            <a:ext cx="2633301" cy="10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Run main.py, see menu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4186" y="7503062"/>
            <a:ext cx="2275361" cy="10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main.py Start here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19086" y="3707444"/>
            <a:ext cx="2154231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Build Deck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19086" y="4698044"/>
            <a:ext cx="2775823" cy="10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Add, edit,list, delete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64596" y="7546562"/>
            <a:ext cx="4712446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flashcard_function.py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64596" y="8041862"/>
            <a:ext cx="87401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64518" y="8041862"/>
            <a:ext cx="3700624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CRUD operations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80728" y="3707444"/>
            <a:ext cx="2775833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 yourself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80728" y="4698044"/>
            <a:ext cx="3138135" cy="10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Multiple</a:t>
            </a:r>
            <a:r>
              <a:rPr lang="en-US" b="true" sz="2799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choice or</a:t>
            </a:r>
            <a:r>
              <a:rPr lang="en-US" b="true" sz="2799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open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63820" y="3212144"/>
            <a:ext cx="1962741" cy="10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Review Progress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63820" y="4698044"/>
            <a:ext cx="2349751" cy="10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Check quiz history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36838" y="3707444"/>
            <a:ext cx="2381612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Save &amp; Exit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36838" y="4698044"/>
            <a:ext cx="2379078" cy="10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All changes saved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00771" y="7503062"/>
            <a:ext cx="7368578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quiz_functions.py</a:t>
            </a:r>
            <a:r>
              <a:rPr lang="en-US" b="true" sz="2799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file_manager.py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0771" y="7998362"/>
            <a:ext cx="87401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57726" y="7998362"/>
            <a:ext cx="1983772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 logic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64187" y="7998362"/>
            <a:ext cx="87401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35407" y="7998362"/>
            <a:ext cx="3700262" cy="551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6AD3F3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I/O &amp; Persistance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8978522"/>
            <a:ext cx="16102574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00">
                <a:solidFill>
                  <a:srgbClr val="1800A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Developer Tip: Start by reading main.py to understabd the menu flow, then explore each module to see how functions are implemented. Each module has clear docstrings explaining its purpose.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737190" cy="10154183"/>
          </a:xfrm>
          <a:custGeom>
            <a:avLst/>
            <a:gdLst/>
            <a:ahLst/>
            <a:cxnLst/>
            <a:rect r="r" b="b" t="t" l="l"/>
            <a:pathLst>
              <a:path h="10154183" w="10737190">
                <a:moveTo>
                  <a:pt x="0" y="0"/>
                </a:moveTo>
                <a:lnTo>
                  <a:pt x="10737190" y="0"/>
                </a:lnTo>
                <a:lnTo>
                  <a:pt x="10737190" y="10154184"/>
                </a:lnTo>
                <a:lnTo>
                  <a:pt x="0" y="10154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879" t="-1331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9156" y="2184530"/>
            <a:ext cx="6096000" cy="3219450"/>
          </a:xfrm>
          <a:custGeom>
            <a:avLst/>
            <a:gdLst/>
            <a:ahLst/>
            <a:cxnLst/>
            <a:rect r="r" b="b" t="t" l="l"/>
            <a:pathLst>
              <a:path h="3219450" w="6096000">
                <a:moveTo>
                  <a:pt x="0" y="0"/>
                </a:moveTo>
                <a:lnTo>
                  <a:pt x="6096000" y="0"/>
                </a:lnTo>
                <a:lnTo>
                  <a:pt x="60960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41406" b="-20532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9156" y="7242353"/>
            <a:ext cx="7991475" cy="2400300"/>
          </a:xfrm>
          <a:custGeom>
            <a:avLst/>
            <a:gdLst/>
            <a:ahLst/>
            <a:cxnLst/>
            <a:rect r="r" b="b" t="t" l="l"/>
            <a:pathLst>
              <a:path h="2400300" w="7991475">
                <a:moveTo>
                  <a:pt x="0" y="0"/>
                </a:moveTo>
                <a:lnTo>
                  <a:pt x="7991475" y="0"/>
                </a:lnTo>
                <a:lnTo>
                  <a:pt x="7991475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80095" b="-24722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862157"/>
            <a:ext cx="7600950" cy="5381625"/>
          </a:xfrm>
          <a:custGeom>
            <a:avLst/>
            <a:gdLst/>
            <a:ahLst/>
            <a:cxnLst/>
            <a:rect r="r" b="b" t="t" l="l"/>
            <a:pathLst>
              <a:path h="5381625" w="7600950">
                <a:moveTo>
                  <a:pt x="0" y="0"/>
                </a:moveTo>
                <a:lnTo>
                  <a:pt x="7600950" y="0"/>
                </a:lnTo>
                <a:lnTo>
                  <a:pt x="7600950" y="5381625"/>
                </a:lnTo>
                <a:lnTo>
                  <a:pt x="0" y="5381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398" r="-136090" b="-1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76873" y="6039221"/>
            <a:ext cx="7111127" cy="4247779"/>
          </a:xfrm>
          <a:custGeom>
            <a:avLst/>
            <a:gdLst/>
            <a:ahLst/>
            <a:cxnLst/>
            <a:rect r="r" b="b" t="t" l="l"/>
            <a:pathLst>
              <a:path h="4247779" w="7111127">
                <a:moveTo>
                  <a:pt x="0" y="0"/>
                </a:moveTo>
                <a:lnTo>
                  <a:pt x="7111127" y="0"/>
                </a:lnTo>
                <a:lnTo>
                  <a:pt x="7111127" y="4247779"/>
                </a:lnTo>
                <a:lnTo>
                  <a:pt x="0" y="42477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299" b="-9373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903" y="108756"/>
            <a:ext cx="8340138" cy="115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4"/>
              </a:lnSpc>
            </a:pPr>
            <a:r>
              <a:rPr lang="en-US" b="true" sz="5981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Outputs Examples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5000" y="1929965"/>
            <a:ext cx="16049625" cy="8172450"/>
          </a:xfrm>
          <a:custGeom>
            <a:avLst/>
            <a:gdLst/>
            <a:ahLst/>
            <a:cxnLst/>
            <a:rect r="r" b="b" t="t" l="l"/>
            <a:pathLst>
              <a:path h="8172450" w="16049625">
                <a:moveTo>
                  <a:pt x="0" y="0"/>
                </a:moveTo>
                <a:lnTo>
                  <a:pt x="16049625" y="0"/>
                </a:lnTo>
                <a:lnTo>
                  <a:pt x="16049625" y="8172450"/>
                </a:lnTo>
                <a:lnTo>
                  <a:pt x="0" y="8172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18" t="-28101" r="-3937" b="-406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675" y="533448"/>
            <a:ext cx="9128903" cy="64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b="true" sz="5981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Features Showcase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4748" y="961520"/>
            <a:ext cx="65561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675" y="1180595"/>
            <a:ext cx="1046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Key</a:t>
            </a:r>
            <a:r>
              <a:rPr lang="en-US" b="true" sz="21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capabilities</a:t>
            </a:r>
            <a:r>
              <a:rPr lang="en-US" b="true" sz="21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that</a:t>
            </a:r>
            <a:r>
              <a:rPr lang="en-US" b="true" sz="21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make</a:t>
            </a:r>
            <a:r>
              <a:rPr lang="en-US" b="true" sz="21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QuizBrains</a:t>
            </a:r>
            <a:r>
              <a:rPr lang="en-US" b="true" sz="21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powerful</a:t>
            </a:r>
            <a:r>
              <a:rPr lang="en-US" b="true" sz="21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and</a:t>
            </a:r>
            <a:r>
              <a:rPr lang="en-US" b="true" sz="210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b="true" sz="2100">
                <a:solidFill>
                  <a:srgbClr val="5170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user-friendly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0529" y="7731423"/>
            <a:ext cx="1952625" cy="2047875"/>
          </a:xfrm>
          <a:custGeom>
            <a:avLst/>
            <a:gdLst/>
            <a:ahLst/>
            <a:cxnLst/>
            <a:rect r="r" b="b" t="t" l="l"/>
            <a:pathLst>
              <a:path h="2047875" w="1952625">
                <a:moveTo>
                  <a:pt x="0" y="0"/>
                </a:moveTo>
                <a:lnTo>
                  <a:pt x="1952625" y="0"/>
                </a:lnTo>
                <a:lnTo>
                  <a:pt x="1952625" y="2047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99168" y="378143"/>
            <a:ext cx="9288456" cy="192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1"/>
              </a:lnSpc>
            </a:pPr>
            <a:r>
              <a:rPr lang="en-US" b="true" sz="9936">
                <a:solidFill>
                  <a:srgbClr val="A061D7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010" y="4077395"/>
            <a:ext cx="17000249" cy="128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9"/>
              </a:lnSpc>
            </a:pPr>
            <a:r>
              <a:rPr lang="en-US" b="true" sz="3488">
                <a:solidFill>
                  <a:srgbClr val="A061D7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 for exploring QuizBrains. We hope this project inspires effective learning!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4713" y="6422326"/>
            <a:ext cx="3768404" cy="62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A061D7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Nelli Poghosyan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44722" y="6422326"/>
            <a:ext cx="4428172" cy="62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A061D7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Mane Karapetyan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18535" y="6422326"/>
            <a:ext cx="4615901" cy="62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A061D7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Rozeta Gevorgyan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2268" y="7803547"/>
            <a:ext cx="6546856" cy="1549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b="true" sz="7999">
                <a:solidFill>
                  <a:srgbClr val="A061D7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QuizBrains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DAG62c8yxPg</dc:identifier>
  <dcterms:modified xsi:type="dcterms:W3CDTF">2011-08-01T06:04:30Z</dcterms:modified>
  <cp:revision>1</cp:revision>
  <dc:title>QuizBrains.pdf</dc:title>
</cp:coreProperties>
</file>